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3" d="100"/>
          <a:sy n="83" d="100"/>
        </p:scale>
        <p:origin x="56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DB159D-84A5-4A74-AA64-F467132E7781}" type="datetimeFigureOut">
              <a:rPr lang="en-AE" smtClean="0"/>
              <a:t>06/11/2025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831320-878E-4781-8B43-C43ADD7DBE5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60098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don’t know why this is like that blur</a:t>
            </a:r>
          </a:p>
          <a:p>
            <a:r>
              <a:rPr lang="en-US" dirty="0"/>
              <a:t>An I don’t know how to make it clear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31320-878E-4781-8B43-C43ADD7DBE52}" type="slidenum">
              <a:rPr lang="en-AE" smtClean="0"/>
              <a:t>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25387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42829-CA16-6ACA-C412-0E4E44497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9F9B58-2116-E36A-422E-37EE66F0F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54F04-460F-1B35-D3C4-52447FBCF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0550-CA5E-45AA-828A-7051DCD69570}" type="datetimeFigureOut">
              <a:rPr lang="en-AE" smtClean="0"/>
              <a:t>06/11/2025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A6F0D-2889-2E03-B3E0-A6D81F245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E2123-3DFA-7383-60EB-2771E938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C5B1-D767-43C4-8E79-453E814FE44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8975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3F108-D8DB-88CD-0DFE-EF6B5DD30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794B0-1FC3-7FAD-9B54-652A3BA34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45195-8D06-3458-78F4-52F8F3BB7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0550-CA5E-45AA-828A-7051DCD69570}" type="datetimeFigureOut">
              <a:rPr lang="en-AE" smtClean="0"/>
              <a:t>06/11/2025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DFB9D-F75E-B9BD-233B-74EA1440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721D9-AD74-A26B-4AF2-626DB580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C5B1-D767-43C4-8E79-453E814FE44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58403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2C63B-B1BD-615F-5998-EA283AC2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E14A3-4BF6-2DC0-0337-58A719704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03924-0BCF-86E6-AB47-981D600CE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0550-CA5E-45AA-828A-7051DCD69570}" type="datetimeFigureOut">
              <a:rPr lang="en-AE" smtClean="0"/>
              <a:t>06/11/2025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6BD4E-4009-1925-398A-C95286BA3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A2193-B365-46D7-E7B5-36BC02081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C5B1-D767-43C4-8E79-453E814FE44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9323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26D61-DA95-0757-BB06-58A93D116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566E7-9663-C563-A13A-8A38175643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B9BA7-B5EB-2019-0653-E43E9D368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0C40FA-1862-9F47-0516-77EBF4354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0550-CA5E-45AA-828A-7051DCD69570}" type="datetimeFigureOut">
              <a:rPr lang="en-AE" smtClean="0"/>
              <a:t>06/11/2025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4083A-05B5-8327-2A0B-26138FAEC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B9BAB-588F-7AC7-6994-07F0F7D66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C5B1-D767-43C4-8E79-453E814FE44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69059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7F3B0-B445-BA95-6761-6F000DDC7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393FF-8F4A-52BF-B91C-031623375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57B362-FA98-9EBC-5C92-54DAE30A9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15F16-B70A-E283-36D6-8432FC5099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BFD657-D479-A8AF-EDA4-8746693504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07A795-977B-32D1-9F9B-25B62D93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0550-CA5E-45AA-828A-7051DCD69570}" type="datetimeFigureOut">
              <a:rPr lang="en-AE" smtClean="0"/>
              <a:t>06/11/2025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229E71-5DD2-E97A-6770-DD73B370B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0BAA36-190A-7827-FDD6-498A27AD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C5B1-D767-43C4-8E79-453E814FE44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70455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E157F-45D1-190B-704C-41E897E8D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FEF31B-9C50-4D9C-2BFB-03457D54E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0550-CA5E-45AA-828A-7051DCD69570}" type="datetimeFigureOut">
              <a:rPr lang="en-AE" smtClean="0"/>
              <a:t>06/11/2025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D6876D-4A7C-061C-7960-1B5C8F5C5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0BA743-4D4A-83B7-C244-7D722AF39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C5B1-D767-43C4-8E79-453E814FE44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36091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23B163-CD4A-E98D-8C3E-18304797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0550-CA5E-45AA-828A-7051DCD69570}" type="datetimeFigureOut">
              <a:rPr lang="en-AE" smtClean="0"/>
              <a:t>06/11/2025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000F57-A100-BC10-839B-EE03495A7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44EB-2CAA-D3E7-A814-490A668FD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C5B1-D767-43C4-8E79-453E814FE44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38430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F0D5E-0382-21B6-29D3-67B2C4AAA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C71C3-6CC5-57C0-CBC3-6241E60F8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9BD3A-15BC-58D2-93AE-CDABE366C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6BC42-784D-75BD-3355-44EF22F1B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0550-CA5E-45AA-828A-7051DCD69570}" type="datetimeFigureOut">
              <a:rPr lang="en-AE" smtClean="0"/>
              <a:t>06/11/2025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7BDA6-52A8-1989-8BCD-2CBA105A1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3D49B-67A9-BC28-1B38-38995EE7B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C5B1-D767-43C4-8E79-453E814FE44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6517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3D008-503A-8580-5EF6-993F5BCC2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A63DEA-B267-1028-8BB4-EF8D1945C5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E40C8-C636-9578-1710-FACD3917B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88C97-BA6B-FE8C-F648-CF4EE37CC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0550-CA5E-45AA-828A-7051DCD69570}" type="datetimeFigureOut">
              <a:rPr lang="en-AE" smtClean="0"/>
              <a:t>06/11/2025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35AB9-0768-C2FC-0811-4EE85E84A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EFF06-61A3-CDDC-2137-4116D4B29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C5B1-D767-43C4-8E79-453E814FE44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2334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A46F0-BDF4-2303-9186-D0B1F1E43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754D19-CB7E-74C7-714F-E491190BA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E9B83-14FC-45D3-A7A1-399FA489B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0550-CA5E-45AA-828A-7051DCD69570}" type="datetimeFigureOut">
              <a:rPr lang="en-AE" smtClean="0"/>
              <a:t>06/11/2025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E4012-C845-88EE-E821-873063109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9F6C2-737F-84AF-99E2-71D862626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C5B1-D767-43C4-8E79-453E814FE44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67672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A910E-7717-955B-2566-66BCECD78E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071EA7-0CD9-0492-56F7-07D77778D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AE550-5EE6-610F-DCE2-FF25D545C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0550-CA5E-45AA-828A-7051DCD69570}" type="datetimeFigureOut">
              <a:rPr lang="en-AE" smtClean="0"/>
              <a:t>06/11/2025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67C56-686F-FEA6-70BE-2ACFEB870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8D996-3FD3-CA60-6439-B6F0B911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C5B1-D767-43C4-8E79-453E814FE44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19463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71C35-1EBC-BE47-6A69-3E932E5DC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20254-9223-1361-7234-490DCB395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22F1D-F04C-2C13-DD29-970A2B293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10550-CA5E-45AA-828A-7051DCD69570}" type="datetimeFigureOut">
              <a:rPr lang="en-AE" smtClean="0"/>
              <a:t>06/11/2025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AB7A6-81DF-1862-F064-75A27D5E4C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1003A-0713-32B0-420C-4C755F11F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0C5B1-D767-43C4-8E79-453E814FE44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98699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9FB62-2016-FB3F-8EE3-BC1650F8F4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Programming output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6D7D9-ED14-2B91-EFCA-149C5C1D6D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Riane Marc Nocillado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016770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F30F9-6E6C-5CE4-4A9A-55790ADC2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en-AE" dirty="0"/>
          </a:p>
        </p:txBody>
      </p:sp>
      <p:pic>
        <p:nvPicPr>
          <p:cNvPr id="5" name="Content Placeholder 4" descr="A black screen with blue text&#10;&#10;AI-generated content may be incorrect.">
            <a:extLst>
              <a:ext uri="{FF2B5EF4-FFF2-40B4-BE49-F238E27FC236}">
                <a16:creationId xmlns:a16="http://schemas.microsoft.com/office/drawing/2014/main" id="{AF1B2A51-C4DC-C024-C704-EB8583709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865" y="3553556"/>
            <a:ext cx="4258269" cy="895475"/>
          </a:xfrm>
        </p:spPr>
      </p:pic>
    </p:spTree>
    <p:extLst>
      <p:ext uri="{BB962C8B-B14F-4D97-AF65-F5344CB8AC3E}">
        <p14:creationId xmlns:p14="http://schemas.microsoft.com/office/powerpoint/2010/main" val="3062947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36DC-86DF-C815-4EFD-B0F4027EC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  <a:endParaRPr lang="en-A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36462A-8118-ACC1-ED87-32378B2C19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178" y="3548793"/>
            <a:ext cx="7649643" cy="905001"/>
          </a:xfrm>
        </p:spPr>
      </p:pic>
    </p:spTree>
    <p:extLst>
      <p:ext uri="{BB962C8B-B14F-4D97-AF65-F5344CB8AC3E}">
        <p14:creationId xmlns:p14="http://schemas.microsoft.com/office/powerpoint/2010/main" val="284144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BD9B2-EE3A-C9BB-DB0F-CA6EC74F5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</a:t>
            </a:r>
            <a:endParaRPr lang="en-AE" dirty="0"/>
          </a:p>
        </p:txBody>
      </p:sp>
      <p:pic>
        <p:nvPicPr>
          <p:cNvPr id="5" name="Content Placeholder 4" descr="A black screen with white text">
            <a:extLst>
              <a:ext uri="{FF2B5EF4-FFF2-40B4-BE49-F238E27FC236}">
                <a16:creationId xmlns:a16="http://schemas.microsoft.com/office/drawing/2014/main" id="{7E69367A-61B5-982A-CD61-3833D6B26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915" y="3062950"/>
            <a:ext cx="7478169" cy="1876687"/>
          </a:xfrm>
        </p:spPr>
      </p:pic>
    </p:spTree>
    <p:extLst>
      <p:ext uri="{BB962C8B-B14F-4D97-AF65-F5344CB8AC3E}">
        <p14:creationId xmlns:p14="http://schemas.microsoft.com/office/powerpoint/2010/main" val="3986837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00533-31A3-ACEA-1E5E-4DE99A3E9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</a:t>
            </a:r>
            <a:endParaRPr lang="en-AE" dirty="0"/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AA0409B-89EA-35B6-AA83-82DDCB2D9E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06" y="2059136"/>
            <a:ext cx="4861902" cy="3715268"/>
          </a:xfrm>
        </p:spPr>
      </p:pic>
      <p:pic>
        <p:nvPicPr>
          <p:cNvPr id="7" name="Picture 6" descr="A black screen with white text">
            <a:extLst>
              <a:ext uri="{FF2B5EF4-FFF2-40B4-BE49-F238E27FC236}">
                <a16:creationId xmlns:a16="http://schemas.microsoft.com/office/drawing/2014/main" id="{007647F3-BB14-9C22-D232-B219573600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508" y="1952419"/>
            <a:ext cx="3964961" cy="2008395"/>
          </a:xfrm>
          <a:prstGeom prst="rect">
            <a:avLst/>
          </a:prstGeom>
        </p:spPr>
      </p:pic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C8BEC34-3E7A-1540-E82D-A80030C87E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508" y="4222545"/>
            <a:ext cx="6049219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5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C4B81-7A40-B8E4-F5A0-A8B1DFAD0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5</a:t>
            </a:r>
            <a:endParaRPr lang="en-AE" dirty="0"/>
          </a:p>
        </p:txBody>
      </p:sp>
      <p:pic>
        <p:nvPicPr>
          <p:cNvPr id="5" name="Content Placeholder 4" descr="A black background with white text">
            <a:extLst>
              <a:ext uri="{FF2B5EF4-FFF2-40B4-BE49-F238E27FC236}">
                <a16:creationId xmlns:a16="http://schemas.microsoft.com/office/drawing/2014/main" id="{2D4F6BB4-AE73-51DD-B0B6-C626151B6B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147" y="2975408"/>
            <a:ext cx="5845874" cy="1382042"/>
          </a:xfrm>
        </p:spPr>
      </p:pic>
    </p:spTree>
    <p:extLst>
      <p:ext uri="{BB962C8B-B14F-4D97-AF65-F5344CB8AC3E}">
        <p14:creationId xmlns:p14="http://schemas.microsoft.com/office/powerpoint/2010/main" val="192497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30737-FC83-52E3-83FD-16AD344E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6</a:t>
            </a:r>
            <a:endParaRPr lang="en-AE" dirty="0"/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B3F8448-E954-756A-EC74-BB7CD32C1E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573" y="3058187"/>
            <a:ext cx="7544853" cy="1886213"/>
          </a:xfrm>
        </p:spPr>
      </p:pic>
    </p:spTree>
    <p:extLst>
      <p:ext uri="{BB962C8B-B14F-4D97-AF65-F5344CB8AC3E}">
        <p14:creationId xmlns:p14="http://schemas.microsoft.com/office/powerpoint/2010/main" val="2520385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6AD5-8670-2064-6A68-62EA79FDB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7</a:t>
            </a:r>
            <a:endParaRPr lang="en-AE" dirty="0"/>
          </a:p>
        </p:txBody>
      </p:sp>
      <p:pic>
        <p:nvPicPr>
          <p:cNvPr id="5" name="Content Placeholder 4" descr="A black screen with white text">
            <a:extLst>
              <a:ext uri="{FF2B5EF4-FFF2-40B4-BE49-F238E27FC236}">
                <a16:creationId xmlns:a16="http://schemas.microsoft.com/office/drawing/2014/main" id="{4EDEA62C-F8E3-0CAF-4B9B-D9FE0E97C3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60" y="1845905"/>
            <a:ext cx="3691148" cy="1985780"/>
          </a:xfrm>
        </p:spPr>
      </p:pic>
      <p:pic>
        <p:nvPicPr>
          <p:cNvPr id="7" name="Picture 6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EFF05168-C674-762E-D6B8-CF3A1D7167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508" y="1781341"/>
            <a:ext cx="4665655" cy="2114907"/>
          </a:xfrm>
          <a:prstGeom prst="rect">
            <a:avLst/>
          </a:prstGeom>
        </p:spPr>
      </p:pic>
      <p:pic>
        <p:nvPicPr>
          <p:cNvPr id="9" name="Picture 8" descr="A black screen with white text">
            <a:extLst>
              <a:ext uri="{FF2B5EF4-FFF2-40B4-BE49-F238E27FC236}">
                <a16:creationId xmlns:a16="http://schemas.microsoft.com/office/drawing/2014/main" id="{6F2FDD88-57A3-5FD9-EF48-BF0E59BE36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716" y="3986901"/>
            <a:ext cx="3694651" cy="175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705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EC6E2-4895-AE80-E9F5-79BF5E9CB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8</a:t>
            </a:r>
            <a:endParaRPr lang="en-A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37D808-BF9C-DE1E-9623-9D73632516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416" y="3634530"/>
            <a:ext cx="7297168" cy="733527"/>
          </a:xfrm>
        </p:spPr>
      </p:pic>
    </p:spTree>
    <p:extLst>
      <p:ext uri="{BB962C8B-B14F-4D97-AF65-F5344CB8AC3E}">
        <p14:creationId xmlns:p14="http://schemas.microsoft.com/office/powerpoint/2010/main" val="4072229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CD8C7-6798-20E9-1B99-B35F4C49D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10</a:t>
            </a:r>
            <a:endParaRPr lang="en-AE" dirty="0"/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35A82E7-CB8C-599B-049D-A8ED0046EA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382" y="2757814"/>
            <a:ext cx="7077188" cy="1342372"/>
          </a:xfrm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3B27F05-2BE0-9A1F-46FC-08CEEC5E6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25" y="4198372"/>
            <a:ext cx="8773749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965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43</Words>
  <Application>Microsoft Office PowerPoint</Application>
  <PresentationFormat>Widescreen</PresentationFormat>
  <Paragraphs>14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Programming output</vt:lpstr>
      <vt:lpstr>Exercise 1</vt:lpstr>
      <vt:lpstr>Exercise 2</vt:lpstr>
      <vt:lpstr>Exercise 3</vt:lpstr>
      <vt:lpstr>Exercise 4</vt:lpstr>
      <vt:lpstr>Exercise 5</vt:lpstr>
      <vt:lpstr>Exercise 6</vt:lpstr>
      <vt:lpstr>Exercise 7</vt:lpstr>
      <vt:lpstr>Exercise 8</vt:lpstr>
      <vt:lpstr>Exercise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Riane Nocillado</dc:creator>
  <cp:lastModifiedBy>Riane Nocillado</cp:lastModifiedBy>
  <cp:revision>1</cp:revision>
  <dcterms:created xsi:type="dcterms:W3CDTF">2025-11-06T09:10:44Z</dcterms:created>
  <dcterms:modified xsi:type="dcterms:W3CDTF">2025-11-06T09:40:09Z</dcterms:modified>
</cp:coreProperties>
</file>